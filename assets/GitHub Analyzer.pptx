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1" r:id="rId6"/>
    <p:sldId id="31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Om anand </a:t>
            </a:r>
          </a:p>
          <a:p>
            <a:r>
              <a:rPr lang="en-US" dirty="0"/>
              <a:t>0187cs231149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00066ED-63B4-633D-D48D-21C00D006576}"/>
              </a:ext>
            </a:extLst>
          </p:cNvPr>
          <p:cNvSpPr txBox="1"/>
          <p:nvPr/>
        </p:nvSpPr>
        <p:spPr>
          <a:xfrm>
            <a:off x="312194" y="5677313"/>
            <a:ext cx="7343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Github - https://github.com/Om-anand-0/Python_0187CS231149</a:t>
            </a:r>
            <a:endParaRPr lang="en-IN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94" y="-2324801"/>
            <a:ext cx="8672052" cy="3737296"/>
          </a:xfrm>
        </p:spPr>
        <p:txBody>
          <a:bodyPr>
            <a:normAutofit/>
          </a:bodyPr>
          <a:lstStyle/>
          <a:p>
            <a:r>
              <a:rPr lang="en-US" sz="6600" dirty="0"/>
              <a:t>GitHub Analyzer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339DAB-E725-E741-376D-5641CA5EC5A7}"/>
              </a:ext>
            </a:extLst>
          </p:cNvPr>
          <p:cNvSpPr txBox="1"/>
          <p:nvPr/>
        </p:nvSpPr>
        <p:spPr>
          <a:xfrm>
            <a:off x="410994" y="1416659"/>
            <a:ext cx="6302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that fetches and analyzes GitHub user profiles using REST API and JSON parsing.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63C224-AD98-98FE-A99F-3DAACAE7C7D8}"/>
              </a:ext>
            </a:extLst>
          </p:cNvPr>
          <p:cNvSpPr txBox="1"/>
          <p:nvPr/>
        </p:nvSpPr>
        <p:spPr>
          <a:xfrm>
            <a:off x="410994" y="2185261"/>
            <a:ext cx="6302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What the Project Does:</a:t>
            </a:r>
          </a:p>
          <a:p>
            <a:pPr>
              <a:buNone/>
            </a:pPr>
            <a:r>
              <a:rPr lang="en-IN" dirty="0"/>
              <a:t>✔ Fetch GitHub user profile</a:t>
            </a:r>
            <a:br>
              <a:rPr lang="en-IN" dirty="0"/>
            </a:br>
            <a:r>
              <a:rPr lang="en-IN" dirty="0"/>
              <a:t>✔ Fetch list of repositories</a:t>
            </a:r>
            <a:br>
              <a:rPr lang="en-IN" dirty="0"/>
            </a:br>
            <a:r>
              <a:rPr lang="en-IN" dirty="0"/>
              <a:t>✔ Parse JSON responses</a:t>
            </a:r>
            <a:br>
              <a:rPr lang="en-IN" dirty="0"/>
            </a:br>
            <a:r>
              <a:rPr lang="en-IN" dirty="0"/>
              <a:t>✔ Analyse languages and stars</a:t>
            </a:r>
            <a:br>
              <a:rPr lang="en-IN" dirty="0"/>
            </a:br>
            <a:r>
              <a:rPr lang="en-IN" dirty="0"/>
              <a:t>✔ Identify top repo</a:t>
            </a:r>
            <a:br>
              <a:rPr lang="en-IN" dirty="0"/>
            </a:br>
            <a:r>
              <a:rPr lang="en-IN" dirty="0"/>
              <a:t>✔ Log API calls + errors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0732F7-066A-58D2-CAC8-83593E30A537}"/>
              </a:ext>
            </a:extLst>
          </p:cNvPr>
          <p:cNvCxnSpPr/>
          <p:nvPr/>
        </p:nvCxnSpPr>
        <p:spPr>
          <a:xfrm>
            <a:off x="744179" y="2062990"/>
            <a:ext cx="55582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8F3601-E27A-7E04-3D28-5CD8A42C9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8676DC-8D25-0FE7-D017-C4F073795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6980"/>
            <a:ext cx="10058400" cy="1450757"/>
          </a:xfrm>
        </p:spPr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19B1A44-D0AD-4A7C-FE82-92CC6F62A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77027"/>
            <a:ext cx="10058400" cy="376089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1 .REST API Integration</a:t>
            </a:r>
            <a:br>
              <a:rPr lang="en-IN" dirty="0"/>
            </a:br>
            <a:r>
              <a:rPr lang="en-IN" dirty="0"/>
              <a:t>2 .</a:t>
            </a:r>
            <a:r>
              <a:rPr lang="en-IN" b="1" dirty="0"/>
              <a:t> JSON Parsing</a:t>
            </a:r>
            <a:br>
              <a:rPr lang="en-IN" dirty="0"/>
            </a:br>
            <a:r>
              <a:rPr lang="en-IN" dirty="0"/>
              <a:t>3 .</a:t>
            </a:r>
            <a:r>
              <a:rPr lang="en-IN" b="1" dirty="0"/>
              <a:t>OOP Structure</a:t>
            </a:r>
            <a:br>
              <a:rPr lang="en-IN" dirty="0"/>
            </a:br>
            <a:r>
              <a:rPr lang="en-IN" dirty="0"/>
              <a:t>4 .</a:t>
            </a:r>
            <a:r>
              <a:rPr lang="en-IN" b="1" dirty="0"/>
              <a:t>Decorator-Based Logging</a:t>
            </a:r>
            <a:br>
              <a:rPr lang="en-IN" dirty="0"/>
            </a:br>
            <a:r>
              <a:rPr lang="en-IN" dirty="0"/>
              <a:t>5 .</a:t>
            </a:r>
            <a:r>
              <a:rPr lang="en-IN" b="1" dirty="0"/>
              <a:t>Error Handling</a:t>
            </a:r>
            <a:br>
              <a:rPr lang="en-IN" dirty="0"/>
            </a:br>
            <a:r>
              <a:rPr lang="en-IN" dirty="0"/>
              <a:t>6 .</a:t>
            </a:r>
            <a:r>
              <a:rPr lang="en-IN" b="1" dirty="0"/>
              <a:t>Language Statistics</a:t>
            </a:r>
            <a:br>
              <a:rPr lang="en-IN" dirty="0"/>
            </a:br>
            <a:r>
              <a:rPr lang="en-IN" dirty="0"/>
              <a:t>7 .</a:t>
            </a:r>
            <a:r>
              <a:rPr lang="en-IN" b="1" dirty="0"/>
              <a:t>Top Repository Finder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4838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1E38A-965B-2C06-8973-688564B9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8D6E14-5FEC-C502-8812-C07805065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725379"/>
            <a:ext cx="10058400" cy="1450757"/>
          </a:xfrm>
        </p:spPr>
        <p:txBody>
          <a:bodyPr/>
          <a:lstStyle/>
          <a:p>
            <a:pPr algn="ctr"/>
            <a:r>
              <a:rPr lang="en-IN" dirty="0"/>
              <a:t>Output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3C9A89D-BC42-B88C-370F-3B7B526C70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73505" y="800510"/>
            <a:ext cx="12265505" cy="605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52204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3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{3E585ED7-E36A-456C-AD30-98AED3F71DBA}tf33845126_win32</Template>
  <TotalTime>35</TotalTime>
  <Words>109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Bookman Old Style</vt:lpstr>
      <vt:lpstr>Calibri</vt:lpstr>
      <vt:lpstr>Franklin Gothic Book</vt:lpstr>
      <vt:lpstr>1_RetrospectVTI</vt:lpstr>
      <vt:lpstr>GitHub Analyzer</vt:lpstr>
      <vt:lpstr>Features</vt:lpstr>
      <vt:lpstr>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anand</dc:creator>
  <cp:lastModifiedBy>om anand</cp:lastModifiedBy>
  <cp:revision>2</cp:revision>
  <dcterms:created xsi:type="dcterms:W3CDTF">2025-12-08T06:27:37Z</dcterms:created>
  <dcterms:modified xsi:type="dcterms:W3CDTF">2025-12-09T09:00:09Z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